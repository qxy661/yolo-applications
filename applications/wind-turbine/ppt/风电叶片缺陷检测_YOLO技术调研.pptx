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风电叶片缺陷检测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EFB"/>
                </a:solidFill>
              </a:defRPr>
            </a:pPr>
            <a:r>
              <a:t>基于YOLO的技术调研与方案设计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</a:defRPr>
            </a:pPr>
            <a:r>
              <a:t>Technical Survey and Scheme Design for Wind Turbine Blade Defect Detection Based on YOLO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姓名: XXX    学号: XXXXXXXX</a:t>
            </a:r>
            <a:br/>
            <a:r>
              <a:t>导师: XXX 教授</a:t>
            </a:r>
            <a:br/>
            <a:r>
              <a:t>自动化科学与电气工程学院</a:t>
            </a:r>
            <a:br/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风电叶片检测：为什么重要？为什么难？</a:t>
            </a:r>
          </a:p>
        </p:txBody>
      </p:sp>
      <p:pic>
        <p:nvPicPr>
          <p:cNvPr id="3" name="Picture 2" descr="fig02_wind_f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2816849"/>
          </a:xfrm>
          <a:prstGeom prst="rect">
            <a:avLst/>
          </a:prstGeom>
        </p:spPr>
      </p:pic>
      <p:pic>
        <p:nvPicPr>
          <p:cNvPr id="4" name="Picture 3" descr="fig03_challe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669280" cy="26735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02920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全球风电装机 &gt;1000GW，叶片维修成本占 15-20%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传统人工: 单台 2-4 小时，高空风险，漏检率 15-30%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AI 自动检测: 无人机 15-30 分钟，mAP &gt;90%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论文一：GCB-YOLO (2025) — 轻量化+CA+BiFPN</a:t>
            </a:r>
          </a:p>
        </p:txBody>
      </p:sp>
      <p:pic>
        <p:nvPicPr>
          <p:cNvPr id="3" name="Picture 2" descr="fig04_gcb_y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943600" cy="28091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GCB-YOLO: Wind Energy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① GhostNet 轻量化 Backbone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一半正常卷积 + 一半廉价线性变换 → 参数-50%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② CA 坐标注意力 (Coordinate Attention)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X/Y方向1D池化 → 保留行列坐标，对小目标友好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③ BiFPN 加权特征融合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双向融合 + 可学习权重 → 多尺度信息更充分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</a:defRPr>
            </a:pPr>
            <a:r>
              <a:t>结果: 7.5MB | 94.72% mAP | 115.3 FPS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D7E14"/>
                </a:solidFill>
              </a:defRPr>
            </a:pPr>
            <a:r>
              <a:t>启示: GhostNet+CA+BiFPN = 超轻量+高精度，适合边缘部署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论文二：WTBD-YOLOv8 (2024) — 更少参数+更高精度</a:t>
            </a:r>
          </a:p>
        </p:txBody>
      </p:sp>
      <p:pic>
        <p:nvPicPr>
          <p:cNvPr id="3" name="Picture 2" descr="fig05_wtbd_yolov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4021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① GhostCBS: 替换标准卷积 → 参数-38.2%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② DFSB-C3k2: 密集特征尺度平衡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③ MHSA-C3k2: 多头自注意力，捕获全局上下文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④ Mini-BiFPN: 2层加权融合 → 参数-50%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</a:defRPr>
            </a:pPr>
            <a:r>
              <a:t>AP: 98.3% (+2.2%) | 小目标AP: 97.9% (+4.8%) | 参数: 1.99M (-38.2%)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论文三：LE-YOLO (2024) — 零参数注意力+高效损失</a:t>
            </a:r>
          </a:p>
        </p:txBody>
      </p:sp>
      <p:pic>
        <p:nvPicPr>
          <p:cNvPr id="3" name="Picture 2" descr="fig06_le_y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943600" cy="2565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LE-YOLO: IEEE Access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① GSConv: Ghost+Shuffle → 参数-44%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② SimAM 零参数注意力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e_t = (2t-μ)²/(2σ²+ε)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零参数! 零开销! 免费添加 → +2.8% mAP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③ EIoU 损失函数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分解: 重叠面积+中心距离+宽高差异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比CIoU梯度更精确，收敛更快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</a:defRPr>
            </a:pPr>
            <a:r>
              <a:t>结果: 2.1M参数 | 78.7% mAP | 105.1 FPS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D7E14"/>
                </a:solidFill>
              </a:defRPr>
            </a:pPr>
            <a:r>
              <a:t>启示: SimAM零参数可免费添加，EIoU直接替代CIoU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三条技术路线 + 跨论文共同配方</a:t>
            </a:r>
          </a:p>
        </p:txBody>
      </p:sp>
      <p:pic>
        <p:nvPicPr>
          <p:cNvPr id="3" name="Picture 2" descr="fig07_three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53901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路线一: 轻量化卷积 (GhostNet/GSConv/GhostCBS) → 参数-38~44%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路线二: 注意力机制 (CA/SimAM/MHSA) → +2~3% mAP，避免CBAM!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路线三: 特征融合 (BiFPN) → +4.6% mAP，小目标AP+4.8%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D7E14"/>
                </a:solidFill>
              </a:defRPr>
            </a:pPr>
            <a:r>
              <a:t>共同配方: YOLO + 轻量化 + 注意力 + BiFPN + EIoU/DFL = 更小、更快、更准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风电 vs 桥梁：跨领域技术对比</a:t>
            </a:r>
          </a:p>
        </p:txBody>
      </p:sp>
      <p:pic>
        <p:nvPicPr>
          <p:cNvPr id="3" name="Picture 2" descr="fig07_cross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54142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共性: 裂纹检测是两个领域的核心需求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共性: 轻量化+注意力+BiFPN是共同最佳实践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启示: 桥梁数据丰富(56K)，可先训练再迁移到风电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数据集现状与增强策略</a:t>
            </a:r>
          </a:p>
        </p:txBody>
      </p:sp>
      <p:pic>
        <p:nvPicPr>
          <p:cNvPr id="3" name="Picture 2" descr="fig08_data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27085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0972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数据增强策略: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Mosaic (4张拼接) → +30% mAP ★★★★★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MixUp (2张混合) → +10% mAP ★★★★★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CopyPaste (缺陷复制) → +3.2% mAP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分辨率渐进 640→1280→1920px ★★★★★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分辨率渐进训练 (memari-majid, 2024):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低分辨率收敛快 → 高分辨率保留小缺陷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损失函数演进</a:t>
            </a:r>
          </a:p>
        </p:txBody>
      </p:sp>
      <p:pic>
        <p:nvPicPr>
          <p:cNvPr id="3" name="Picture 2" descr="fig09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637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MSE → IoU → GIoU → DIoU → CIoU → EIoU → DFL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每步改进: +重叠度 → +包围框 → +中心距离 → +宽高比 → +分解 → +分布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风电推荐: EIoU + DFL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EIoU: 细长裂纹的宽高比梯度更稳定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DFL: 5px裂纹偏移2px=40%误差，分布建模更鲁棒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从调研到方案：推理链</a:t>
            </a:r>
          </a:p>
        </p:txBody>
      </p:sp>
      <p:pic>
        <p:nvPicPr>
          <p:cNvPr id="3" name="Picture 2" descr="fig10_reas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78146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论文结论 → GhostNet+CA+BiFPN验证有效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YOLOv11选择 → C3k2+C2PSA+解耦头+DFL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方案确定 → YOLOv11+GhostNet+CA+BiFPN+EIoU/DFL+SAHI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拟采用方案总体架构</a:t>
            </a:r>
          </a:p>
        </p:txBody>
      </p:sp>
      <p:pic>
        <p:nvPicPr>
          <p:cNvPr id="3" name="Picture 2" descr="fig1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63165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YOLOv11 + GhostNet + CA + BiFPN + EIoU/DFL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数据增强: Mosaic+MixUp+CopyPaste+分辨率渐进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推理优化: SAHI切片 (640×640, overlap=0.2)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预期: mAP&gt;90% | &lt;10MB | &gt;60FPS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调研总结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1. 精读3篇核心论文: GCB-YOLO / WTBD-YOLOv8 / LE-YOLO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2. 归纳三条路线: 轻量化 → 注意力 → 特征融合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3. 跨领域对比: 风电+桥梁双领域分析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4. 关键发现: GhostNet参数-38%, CA优于CBAM, BiFPN小目标+4.8%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5. 方案: YOLOv11 + GhostNet + CA + BiFPN + EIoU/DFL + SAHI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6. 预期: mAP&gt;90%, &lt;10MB, &gt;60FPS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DEFB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t>[1] Zhang et al., GCB-YOLO, Wind Energy 2025</a:t>
            </a: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t>[2] Tong et al., WTBD-YOLOv8, Sustainability 2024</a:t>
            </a: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t>[3] Fu et al., LE-YOLO, IEEE Access 2024</a:t>
            </a: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t>[4] Hou et al., Coordinate Attention, ICCV 2021</a:t>
            </a: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t>[5] Han et al., GhostNet, CVPR 2020</a:t>
            </a: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t>[6] Ultralytics, YOLOv11, GitHub 2024</a:t>
            </a: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t>[7] Memari et al., YOLO for Wind Turbine: A Review, RSER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感谢聆听！恳请各位老师批评指正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